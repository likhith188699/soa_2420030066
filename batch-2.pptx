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482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24.png"/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12" Type="http://schemas.openxmlformats.org/officeDocument/2006/relationships/image" Target="../media/image12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5" Type="http://schemas.openxmlformats.org/officeDocument/2006/relationships/image" Target="../media/image15.png"/><Relationship Id="rId10" Type="http://schemas.openxmlformats.org/officeDocument/2006/relationships/image" Target="../media/image22.png"/><Relationship Id="rId19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5.png"/><Relationship Id="rId7" Type="http://schemas.openxmlformats.org/officeDocument/2006/relationships/image" Target="../media/image3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20.png"/><Relationship Id="rId5" Type="http://schemas.openxmlformats.org/officeDocument/2006/relationships/image" Target="../media/image37.png"/><Relationship Id="rId10" Type="http://schemas.openxmlformats.org/officeDocument/2006/relationships/image" Target="../media/image19.png"/><Relationship Id="rId4" Type="http://schemas.openxmlformats.org/officeDocument/2006/relationships/image" Target="../media/image36.png"/><Relationship Id="rId9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9509760" y="91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– 2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7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Smart Library Assistant &amp; Management System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219456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 Project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Review – 2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57200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Guidance of</a:t>
            </a:r>
            <a:endParaRPr lang="en-US" sz="16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Neelima Gogineni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 Professor,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 Computer Science and Engineering,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KLH CSE Bowrampet Campus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4160520"/>
          <a:ext cx="4663440" cy="1828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F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Roll.NO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Likith Sai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2420030066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Vishnu Priya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2420030630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Nagaraju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2420030614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Picture 10" descr="Best Private University in Telangana &amp; Andhra Pradesh | KLH Hyderabad">
            <a:extLst>
              <a:ext uri="{FF2B5EF4-FFF2-40B4-BE49-F238E27FC236}">
                <a16:creationId xmlns:a16="http://schemas.microsoft.com/office/drawing/2014/main" id="{63D12542-0350-9A44-B129-E999D7C24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3" y="-360181"/>
            <a:ext cx="1939646" cy="11831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182880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7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5486400" cy="5212080"/>
          </a:xfrm>
          <a:prstGeom prst="roundRect">
            <a:avLst>
              <a:gd name="adj" fmla="val 3509"/>
            </a:avLst>
          </a:prstGeom>
          <a:solidFill>
            <a:srgbClr val="FBE4E4"/>
          </a:solidFill>
          <a:ln w="12700">
            <a:solidFill>
              <a:srgbClr val="F0AEA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463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Problem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28600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library systems only support basic search, issue/return and inventory.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find it difficult to discover books relevant to their syllabus.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personalized study guidance.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 are time consuming for administrators.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63640" y="1188720"/>
            <a:ext cx="5486400" cy="5212080"/>
          </a:xfrm>
          <a:prstGeom prst="roundRect">
            <a:avLst>
              <a:gd name="adj" fmla="val 3509"/>
            </a:avLst>
          </a:prstGeom>
          <a:solidFill>
            <a:srgbClr val="E2F3E2"/>
          </a:solidFill>
          <a:ln w="12700">
            <a:solidFill>
              <a:srgbClr val="9BD09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4630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69480" y="1463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228600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and automate library management.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book search and discovery.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AI-based assistance.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syllabus topics with relevant books.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personalized study pathways.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useful library insights for administrators.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overall library experience for students and staff.</a:t>
            </a:r>
            <a:endParaRPr lang="en-US" sz="1400" dirty="0"/>
          </a:p>
        </p:txBody>
      </p:sp>
      <p:pic>
        <p:nvPicPr>
          <p:cNvPr id="16" name="Picture 15" descr="Best Private University in Telangana &amp; Andhra Pradesh | KLH Hyderabad">
            <a:extLst>
              <a:ext uri="{FF2B5EF4-FFF2-40B4-BE49-F238E27FC236}">
                <a16:creationId xmlns:a16="http://schemas.microsoft.com/office/drawing/2014/main" id="{489DF514-1523-4546-B864-0F49E2327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5" y="-374609"/>
            <a:ext cx="1500069" cy="11149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182880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7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Design (System Architecture)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3200400" cy="5394960"/>
          </a:xfrm>
          <a:prstGeom prst="roundRect">
            <a:avLst>
              <a:gd name="adj" fmla="val 4286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411480" cy="411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234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5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548640" y="1920240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A9C4EA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39112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19202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Discover Books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48640" y="267004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A9C4EA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788920"/>
            <a:ext cx="329184" cy="32918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26700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/ Return / Reserve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548640" y="3419856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A9C4EA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538728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88720" y="341985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to Study Pathway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548640" y="4169664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A9C4EA"/>
            </a:solidFill>
            <a:prstDash val="solid"/>
          </a:ln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288536"/>
            <a:ext cx="329184" cy="32918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188720" y="41696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Library Assistant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548640" y="4919472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A9C4EA"/>
            </a:solidFill>
            <a:prstDash val="solid"/>
          </a:ln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5038344"/>
            <a:ext cx="329184" cy="329184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188720" y="49194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Reviews &amp; Ratings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548640" y="5669280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A9C4EA"/>
            </a:solidFill>
            <a:prstDash val="solid"/>
          </a:ln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5788152"/>
            <a:ext cx="329184" cy="329184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188720" y="56692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Fines &amp; Notifications</a:t>
            </a:r>
            <a:endParaRPr lang="en-US" sz="1300" dirty="0"/>
          </a:p>
        </p:txBody>
      </p:sp>
      <p:sp>
        <p:nvSpPr>
          <p:cNvPr id="27" name="Shape 17"/>
          <p:cNvSpPr/>
          <p:nvPr/>
        </p:nvSpPr>
        <p:spPr>
          <a:xfrm>
            <a:off x="8622792" y="1097280"/>
            <a:ext cx="3200400" cy="5394960"/>
          </a:xfrm>
          <a:prstGeom prst="roundRect">
            <a:avLst>
              <a:gd name="adj" fmla="val 4286"/>
            </a:avLst>
          </a:prstGeom>
          <a:solidFill>
            <a:srgbClr val="E3F3E3"/>
          </a:solidFill>
          <a:ln w="12700">
            <a:solidFill>
              <a:srgbClr val="94CC94"/>
            </a:solidFill>
            <a:prstDash val="solid"/>
          </a:ln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1392" y="1280160"/>
            <a:ext cx="411480" cy="4114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9464040" y="1234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1900" dirty="0"/>
          </a:p>
        </p:txBody>
      </p:sp>
      <p:sp>
        <p:nvSpPr>
          <p:cNvPr id="30" name="Shape 19"/>
          <p:cNvSpPr/>
          <p:nvPr/>
        </p:nvSpPr>
        <p:spPr>
          <a:xfrm>
            <a:off x="8805672" y="1920240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94CC94"/>
            </a:solidFill>
            <a:prstDash val="solid"/>
          </a:ln>
        </p:spPr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832" y="2039112"/>
            <a:ext cx="329184" cy="329184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9445752" y="19202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Books</a:t>
            </a:r>
            <a:endParaRPr lang="en-US" sz="1300" dirty="0"/>
          </a:p>
        </p:txBody>
      </p:sp>
      <p:sp>
        <p:nvSpPr>
          <p:cNvPr id="33" name="Shape 21"/>
          <p:cNvSpPr/>
          <p:nvPr/>
        </p:nvSpPr>
        <p:spPr>
          <a:xfrm>
            <a:off x="8805672" y="267004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94CC94"/>
            </a:solidFill>
            <a:prstDash val="solid"/>
          </a:ln>
        </p:spPr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42832" y="2788920"/>
            <a:ext cx="329184" cy="329184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9445752" y="26700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300" dirty="0"/>
          </a:p>
        </p:txBody>
      </p:sp>
      <p:sp>
        <p:nvSpPr>
          <p:cNvPr id="36" name="Shape 23"/>
          <p:cNvSpPr/>
          <p:nvPr/>
        </p:nvSpPr>
        <p:spPr>
          <a:xfrm>
            <a:off x="8805672" y="3419856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94CC94"/>
            </a:solidFill>
            <a:prstDash val="solid"/>
          </a:ln>
        </p:spPr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42832" y="3538728"/>
            <a:ext cx="329184" cy="329184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9445752" y="341985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(Issue/Return)</a:t>
            </a:r>
            <a:endParaRPr lang="en-US" sz="1300" dirty="0"/>
          </a:p>
        </p:txBody>
      </p:sp>
      <p:sp>
        <p:nvSpPr>
          <p:cNvPr id="39" name="Shape 25"/>
          <p:cNvSpPr/>
          <p:nvPr/>
        </p:nvSpPr>
        <p:spPr>
          <a:xfrm>
            <a:off x="8805672" y="4169664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94CC94"/>
            </a:solidFill>
            <a:prstDash val="solid"/>
          </a:ln>
        </p:spPr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42832" y="4288536"/>
            <a:ext cx="329184" cy="329184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9445752" y="41696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Management</a:t>
            </a:r>
            <a:endParaRPr lang="en-US" sz="1300" dirty="0"/>
          </a:p>
        </p:txBody>
      </p:sp>
      <p:sp>
        <p:nvSpPr>
          <p:cNvPr id="42" name="Shape 27"/>
          <p:cNvSpPr/>
          <p:nvPr/>
        </p:nvSpPr>
        <p:spPr>
          <a:xfrm>
            <a:off x="8805672" y="4919472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94CC94"/>
            </a:solidFill>
            <a:prstDash val="solid"/>
          </a:ln>
        </p:spPr>
      </p:sp>
      <p:pic>
        <p:nvPicPr>
          <p:cNvPr id="43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42832" y="5038344"/>
            <a:ext cx="329184" cy="329184"/>
          </a:xfrm>
          <a:prstGeom prst="rect">
            <a:avLst/>
          </a:prstGeom>
        </p:spPr>
      </p:pic>
      <p:sp>
        <p:nvSpPr>
          <p:cNvPr id="44" name="Text 28"/>
          <p:cNvSpPr txBox="1"/>
          <p:nvPr/>
        </p:nvSpPr>
        <p:spPr>
          <a:xfrm>
            <a:off x="9445752" y="49194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300" dirty="0"/>
          </a:p>
        </p:txBody>
      </p:sp>
      <p:sp>
        <p:nvSpPr>
          <p:cNvPr id="45" name="Shape 29"/>
          <p:cNvSpPr/>
          <p:nvPr/>
        </p:nvSpPr>
        <p:spPr>
          <a:xfrm>
            <a:off x="8805672" y="5669280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94CC94"/>
            </a:solidFill>
            <a:prstDash val="solid"/>
          </a:ln>
        </p:spPr>
      </p:sp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42832" y="5788152"/>
            <a:ext cx="329184" cy="329184"/>
          </a:xfrm>
          <a:prstGeom prst="rect">
            <a:avLst/>
          </a:prstGeom>
        </p:spPr>
      </p:pic>
      <p:sp>
        <p:nvSpPr>
          <p:cNvPr id="47" name="Text 30"/>
          <p:cNvSpPr txBox="1"/>
          <p:nvPr/>
        </p:nvSpPr>
        <p:spPr>
          <a:xfrm>
            <a:off x="9445752" y="56692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Events</a:t>
            </a:r>
            <a:endParaRPr lang="en-US" sz="1300" dirty="0"/>
          </a:p>
        </p:txBody>
      </p:sp>
      <p:sp>
        <p:nvSpPr>
          <p:cNvPr id="48" name="Shape 31"/>
          <p:cNvSpPr/>
          <p:nvPr/>
        </p:nvSpPr>
        <p:spPr>
          <a:xfrm>
            <a:off x="4206240" y="1371600"/>
            <a:ext cx="3794760" cy="914400"/>
          </a:xfrm>
          <a:prstGeom prst="roundRect">
            <a:avLst>
              <a:gd name="adj" fmla="val 12000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</p:sp>
      <p:pic>
        <p:nvPicPr>
          <p:cNvPr id="49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89120" y="1600200"/>
            <a:ext cx="457200" cy="457200"/>
          </a:xfrm>
          <a:prstGeom prst="rect">
            <a:avLst/>
          </a:prstGeom>
        </p:spPr>
      </p:pic>
      <p:sp>
        <p:nvSpPr>
          <p:cNvPr id="50" name="Text 32"/>
          <p:cNvSpPr txBox="1"/>
          <p:nvPr/>
        </p:nvSpPr>
        <p:spPr>
          <a:xfrm>
            <a:off x="4983480" y="1371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+ TypeScript + Tailwind CSS)</a:t>
            </a:r>
            <a:endParaRPr lang="en-US" sz="1400" dirty="0"/>
          </a:p>
        </p:txBody>
      </p:sp>
      <p:sp>
        <p:nvSpPr>
          <p:cNvPr id="51" name="Shape 33"/>
          <p:cNvSpPr/>
          <p:nvPr/>
        </p:nvSpPr>
        <p:spPr>
          <a:xfrm>
            <a:off x="3566160" y="1828800"/>
            <a:ext cx="640080" cy="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headEnd type="triangle"/>
            <a:tailEnd type="triangle"/>
          </a:ln>
        </p:spPr>
      </p:sp>
      <p:sp>
        <p:nvSpPr>
          <p:cNvPr id="52" name="Shape 34"/>
          <p:cNvSpPr/>
          <p:nvPr/>
        </p:nvSpPr>
        <p:spPr>
          <a:xfrm>
            <a:off x="8001000" y="1828800"/>
            <a:ext cx="621792" cy="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headEnd type="triangle"/>
            <a:tailEnd type="triangle"/>
          </a:ln>
        </p:spPr>
      </p:sp>
      <p:sp>
        <p:nvSpPr>
          <p:cNvPr id="53" name="Shape 35"/>
          <p:cNvSpPr/>
          <p:nvPr/>
        </p:nvSpPr>
        <p:spPr>
          <a:xfrm>
            <a:off x="6099048" y="2286000"/>
            <a:ext cx="0" cy="73152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tailEnd type="triangle"/>
          </a:ln>
        </p:spPr>
      </p:sp>
      <p:sp>
        <p:nvSpPr>
          <p:cNvPr id="54" name="Shape 36"/>
          <p:cNvSpPr/>
          <p:nvPr/>
        </p:nvSpPr>
        <p:spPr>
          <a:xfrm>
            <a:off x="4206240" y="3017520"/>
            <a:ext cx="3794760" cy="1005840"/>
          </a:xfrm>
          <a:prstGeom prst="roundRect">
            <a:avLst>
              <a:gd name="adj" fmla="val 10909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</p:sp>
      <p:pic>
        <p:nvPicPr>
          <p:cNvPr id="55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89120" y="3291840"/>
            <a:ext cx="457200" cy="457200"/>
          </a:xfrm>
          <a:prstGeom prst="rect">
            <a:avLst/>
          </a:prstGeom>
        </p:spPr>
      </p:pic>
      <p:sp>
        <p:nvSpPr>
          <p:cNvPr id="56" name="Text 37"/>
          <p:cNvSpPr txBox="1"/>
          <p:nvPr/>
        </p:nvSpPr>
        <p:spPr>
          <a:xfrm>
            <a:off x="496062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57" name="Shape 38"/>
          <p:cNvSpPr/>
          <p:nvPr/>
        </p:nvSpPr>
        <p:spPr>
          <a:xfrm>
            <a:off x="5074920" y="4023360"/>
            <a:ext cx="0" cy="91440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tailEnd type="triangle"/>
          </a:ln>
        </p:spPr>
      </p:sp>
      <p:sp>
        <p:nvSpPr>
          <p:cNvPr id="58" name="Shape 39"/>
          <p:cNvSpPr/>
          <p:nvPr/>
        </p:nvSpPr>
        <p:spPr>
          <a:xfrm>
            <a:off x="7452360" y="4023360"/>
            <a:ext cx="0" cy="91440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tailEnd type="triangle"/>
          </a:ln>
        </p:spPr>
      </p:sp>
      <p:sp>
        <p:nvSpPr>
          <p:cNvPr id="59" name="Shape 40"/>
          <p:cNvSpPr/>
          <p:nvPr/>
        </p:nvSpPr>
        <p:spPr>
          <a:xfrm>
            <a:off x="4023360" y="4937760"/>
            <a:ext cx="2103120" cy="1280160"/>
          </a:xfrm>
          <a:prstGeom prst="roundRect">
            <a:avLst>
              <a:gd name="adj" fmla="val 8571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</p:sp>
      <p:pic>
        <p:nvPicPr>
          <p:cNvPr id="60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00600" y="5029200"/>
            <a:ext cx="502920" cy="502920"/>
          </a:xfrm>
          <a:prstGeom prst="rect">
            <a:avLst/>
          </a:prstGeom>
        </p:spPr>
      </p:pic>
      <p:sp>
        <p:nvSpPr>
          <p:cNvPr id="61" name="Text 41"/>
          <p:cNvSpPr txBox="1"/>
          <p:nvPr/>
        </p:nvSpPr>
        <p:spPr>
          <a:xfrm>
            <a:off x="4023360" y="55778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(SQLite)</a:t>
            </a:r>
            <a:endParaRPr lang="en-US" sz="1400" dirty="0"/>
          </a:p>
        </p:txBody>
      </p:sp>
      <p:sp>
        <p:nvSpPr>
          <p:cNvPr id="62" name="Shape 42"/>
          <p:cNvSpPr/>
          <p:nvPr/>
        </p:nvSpPr>
        <p:spPr>
          <a:xfrm>
            <a:off x="6400800" y="4937760"/>
            <a:ext cx="2103120" cy="1280160"/>
          </a:xfrm>
          <a:prstGeom prst="roundRect">
            <a:avLst>
              <a:gd name="adj" fmla="val 8571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</p:sp>
      <p:pic>
        <p:nvPicPr>
          <p:cNvPr id="63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78040" y="5029200"/>
            <a:ext cx="502920" cy="502920"/>
          </a:xfrm>
          <a:prstGeom prst="rect">
            <a:avLst/>
          </a:prstGeom>
        </p:spPr>
      </p:pic>
      <p:sp>
        <p:nvSpPr>
          <p:cNvPr id="64" name="Text 43"/>
          <p:cNvSpPr txBox="1"/>
          <p:nvPr/>
        </p:nvSpPr>
        <p:spPr>
          <a:xfrm>
            <a:off x="6400800" y="55778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66" name="Picture 65" descr="Best Private University in Telangana &amp; Andhra Pradesh | KLH Hyderabad">
            <a:extLst>
              <a:ext uri="{FF2B5EF4-FFF2-40B4-BE49-F238E27FC236}">
                <a16:creationId xmlns:a16="http://schemas.microsoft.com/office/drawing/2014/main" id="{28476F2E-0DFC-FB6D-3528-A9D78A49CB4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0760" y="-365747"/>
            <a:ext cx="1599264" cy="11887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182880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7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System Modules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486400" cy="548640"/>
          </a:xfrm>
          <a:prstGeom prst="rect">
            <a:avLst/>
          </a:prstGeom>
          <a:solidFill>
            <a:srgbClr val="2B5FB5"/>
          </a:solidFill>
          <a:ln w="12700">
            <a:solidFill>
              <a:srgbClr val="2B5F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097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Modules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457200" y="1737360"/>
            <a:ext cx="5486400" cy="530352"/>
          </a:xfrm>
          <a:prstGeom prst="rect">
            <a:avLst/>
          </a:prstGeom>
          <a:solidFill>
            <a:srgbClr val="E4EEF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19656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173736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Search &amp; Discovery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331720"/>
            <a:ext cx="5486400" cy="530352"/>
          </a:xfrm>
          <a:prstGeom prst="rect">
            <a:avLst/>
          </a:prstGeom>
          <a:solidFill>
            <a:srgbClr val="E4EEF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41401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233172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/ Return / Reservation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457200" y="2926080"/>
            <a:ext cx="5486400" cy="530352"/>
          </a:xfrm>
          <a:prstGeom prst="rect">
            <a:avLst/>
          </a:prstGeom>
          <a:solidFill>
            <a:srgbClr val="E4EEF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008376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71600" y="292608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to Study Pathway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457200" y="3520440"/>
            <a:ext cx="5486400" cy="530352"/>
          </a:xfrm>
          <a:prstGeom prst="rect">
            <a:avLst/>
          </a:prstGeom>
          <a:solidFill>
            <a:srgbClr val="E4EEF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02736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71600" y="352044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Library Assistant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457200" y="4114800"/>
            <a:ext cx="5486400" cy="530352"/>
          </a:xfrm>
          <a:prstGeom prst="rect">
            <a:avLst/>
          </a:prstGeom>
          <a:solidFill>
            <a:srgbClr val="E4EEF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197096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371600" y="411480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Summaries &amp; Key Takeaways</a:t>
            </a: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>
            <a:off x="457200" y="4709160"/>
            <a:ext cx="5486400" cy="530352"/>
          </a:xfrm>
          <a:prstGeom prst="rect">
            <a:avLst/>
          </a:prstGeom>
          <a:solidFill>
            <a:srgbClr val="E4EEF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791456"/>
            <a:ext cx="365760" cy="36576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371600" y="470916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Ratings</a:t>
            </a:r>
            <a:endParaRPr lang="en-US" sz="1600" dirty="0"/>
          </a:p>
        </p:txBody>
      </p:sp>
      <p:sp>
        <p:nvSpPr>
          <p:cNvPr id="26" name="Shape 17"/>
          <p:cNvSpPr/>
          <p:nvPr/>
        </p:nvSpPr>
        <p:spPr>
          <a:xfrm>
            <a:off x="457200" y="5303520"/>
            <a:ext cx="5486400" cy="530352"/>
          </a:xfrm>
          <a:prstGeom prst="rect">
            <a:avLst/>
          </a:prstGeom>
          <a:solidFill>
            <a:srgbClr val="E4EEF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5385816"/>
            <a:ext cx="365760" cy="36576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371600" y="530352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Fines &amp; Notifications</a:t>
            </a:r>
            <a:endParaRPr lang="en-US" sz="1600" dirty="0"/>
          </a:p>
        </p:txBody>
      </p:sp>
      <p:sp>
        <p:nvSpPr>
          <p:cNvPr id="29" name="Shape 19"/>
          <p:cNvSpPr/>
          <p:nvPr/>
        </p:nvSpPr>
        <p:spPr>
          <a:xfrm>
            <a:off x="457200" y="5897880"/>
            <a:ext cx="5486400" cy="530352"/>
          </a:xfrm>
          <a:prstGeom prst="rect">
            <a:avLst/>
          </a:prstGeom>
          <a:solidFill>
            <a:srgbClr val="E4EEF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5980176"/>
            <a:ext cx="365760" cy="36576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1371600" y="589788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Reading Goals</a:t>
            </a:r>
            <a:endParaRPr lang="en-US" sz="1600" dirty="0"/>
          </a:p>
        </p:txBody>
      </p:sp>
      <p:sp>
        <p:nvSpPr>
          <p:cNvPr id="32" name="Shape 21"/>
          <p:cNvSpPr/>
          <p:nvPr/>
        </p:nvSpPr>
        <p:spPr>
          <a:xfrm>
            <a:off x="6263640" y="1097280"/>
            <a:ext cx="5486400" cy="548640"/>
          </a:xfrm>
          <a:prstGeom prst="rect">
            <a:avLst/>
          </a:prstGeom>
          <a:solidFill>
            <a:srgbClr val="3E9A47"/>
          </a:solidFill>
          <a:ln w="12700">
            <a:solidFill>
              <a:srgbClr val="3E9A47"/>
            </a:solidFill>
            <a:prstDash val="solid"/>
          </a:ln>
        </p:spPr>
      </p:sp>
      <p:sp>
        <p:nvSpPr>
          <p:cNvPr id="33" name="Text 22"/>
          <p:cNvSpPr txBox="1"/>
          <p:nvPr/>
        </p:nvSpPr>
        <p:spPr>
          <a:xfrm>
            <a:off x="6263640" y="1097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Modules</a:t>
            </a:r>
            <a:endParaRPr lang="en-US" sz="2100" dirty="0"/>
          </a:p>
        </p:txBody>
      </p:sp>
      <p:sp>
        <p:nvSpPr>
          <p:cNvPr id="34" name="Shape 23"/>
          <p:cNvSpPr/>
          <p:nvPr/>
        </p:nvSpPr>
        <p:spPr>
          <a:xfrm>
            <a:off x="6263640" y="1737360"/>
            <a:ext cx="5486400" cy="530352"/>
          </a:xfrm>
          <a:prstGeom prst="rect">
            <a:avLst/>
          </a:prstGeom>
          <a:solidFill>
            <a:srgbClr val="E6F4E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1819656"/>
            <a:ext cx="365760" cy="365760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7178040" y="173736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Management</a:t>
            </a:r>
            <a:endParaRPr lang="en-US" sz="1600" dirty="0"/>
          </a:p>
        </p:txBody>
      </p:sp>
      <p:sp>
        <p:nvSpPr>
          <p:cNvPr id="37" name="Shape 25"/>
          <p:cNvSpPr/>
          <p:nvPr/>
        </p:nvSpPr>
        <p:spPr>
          <a:xfrm>
            <a:off x="6263640" y="2331720"/>
            <a:ext cx="5486400" cy="530352"/>
          </a:xfrm>
          <a:prstGeom prst="rect">
            <a:avLst/>
          </a:prstGeom>
          <a:solidFill>
            <a:srgbClr val="E6F4E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7960" y="2414016"/>
            <a:ext cx="365760" cy="365760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7178040" y="233172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600" dirty="0"/>
          </a:p>
        </p:txBody>
      </p:sp>
      <p:sp>
        <p:nvSpPr>
          <p:cNvPr id="40" name="Shape 27"/>
          <p:cNvSpPr/>
          <p:nvPr/>
        </p:nvSpPr>
        <p:spPr>
          <a:xfrm>
            <a:off x="6263640" y="2926080"/>
            <a:ext cx="5486400" cy="530352"/>
          </a:xfrm>
          <a:prstGeom prst="rect">
            <a:avLst/>
          </a:prstGeom>
          <a:solidFill>
            <a:srgbClr val="E6F4E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7960" y="3008376"/>
            <a:ext cx="365760" cy="365760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7178040" y="292608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Management</a:t>
            </a:r>
            <a:endParaRPr lang="en-US" sz="1600" dirty="0"/>
          </a:p>
        </p:txBody>
      </p:sp>
      <p:sp>
        <p:nvSpPr>
          <p:cNvPr id="43" name="Shape 29"/>
          <p:cNvSpPr/>
          <p:nvPr/>
        </p:nvSpPr>
        <p:spPr>
          <a:xfrm>
            <a:off x="6263640" y="3520440"/>
            <a:ext cx="5486400" cy="530352"/>
          </a:xfrm>
          <a:prstGeom prst="rect">
            <a:avLst/>
          </a:prstGeom>
          <a:solidFill>
            <a:srgbClr val="E6F4E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7960" y="3602736"/>
            <a:ext cx="365760" cy="365760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7178040" y="352044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Management</a:t>
            </a:r>
            <a:endParaRPr lang="en-US" sz="1600" dirty="0"/>
          </a:p>
        </p:txBody>
      </p:sp>
      <p:sp>
        <p:nvSpPr>
          <p:cNvPr id="46" name="Shape 31"/>
          <p:cNvSpPr/>
          <p:nvPr/>
        </p:nvSpPr>
        <p:spPr>
          <a:xfrm>
            <a:off x="6263640" y="4114800"/>
            <a:ext cx="5486400" cy="530352"/>
          </a:xfrm>
          <a:prstGeom prst="rect">
            <a:avLst/>
          </a:prstGeom>
          <a:solidFill>
            <a:srgbClr val="E6F4E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7960" y="4197096"/>
            <a:ext cx="365760" cy="365760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7178040" y="411480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600" dirty="0"/>
          </a:p>
        </p:txBody>
      </p:sp>
      <p:sp>
        <p:nvSpPr>
          <p:cNvPr id="49" name="Shape 33"/>
          <p:cNvSpPr/>
          <p:nvPr/>
        </p:nvSpPr>
        <p:spPr>
          <a:xfrm>
            <a:off x="6263640" y="4709160"/>
            <a:ext cx="5486400" cy="530352"/>
          </a:xfrm>
          <a:prstGeom prst="rect">
            <a:avLst/>
          </a:prstGeom>
          <a:solidFill>
            <a:srgbClr val="E6F4E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7960" y="4791456"/>
            <a:ext cx="365760" cy="365760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7178040" y="470916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Events</a:t>
            </a:r>
            <a:endParaRPr lang="en-US" sz="1600" dirty="0"/>
          </a:p>
        </p:txBody>
      </p:sp>
      <p:sp>
        <p:nvSpPr>
          <p:cNvPr id="52" name="Shape 35"/>
          <p:cNvSpPr/>
          <p:nvPr/>
        </p:nvSpPr>
        <p:spPr>
          <a:xfrm>
            <a:off x="6263640" y="5303520"/>
            <a:ext cx="5486400" cy="530352"/>
          </a:xfrm>
          <a:prstGeom prst="rect">
            <a:avLst/>
          </a:prstGeom>
          <a:solidFill>
            <a:srgbClr val="E6F4E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3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37960" y="5385816"/>
            <a:ext cx="365760" cy="365760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7178040" y="530352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Library Insights</a:t>
            </a:r>
            <a:endParaRPr lang="en-US" sz="1600" dirty="0"/>
          </a:p>
        </p:txBody>
      </p:sp>
      <p:sp>
        <p:nvSpPr>
          <p:cNvPr id="55" name="Shape 37"/>
          <p:cNvSpPr/>
          <p:nvPr/>
        </p:nvSpPr>
        <p:spPr>
          <a:xfrm>
            <a:off x="6263640" y="5897880"/>
            <a:ext cx="5486400" cy="530352"/>
          </a:xfrm>
          <a:prstGeom prst="rect">
            <a:avLst/>
          </a:prstGeom>
          <a:solidFill>
            <a:srgbClr val="E6F4E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6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37960" y="5980176"/>
            <a:ext cx="365760" cy="365760"/>
          </a:xfrm>
          <a:prstGeom prst="rect">
            <a:avLst/>
          </a:prstGeom>
        </p:spPr>
      </p:pic>
      <p:sp>
        <p:nvSpPr>
          <p:cNvPr id="57" name="Text 38"/>
          <p:cNvSpPr txBox="1"/>
          <p:nvPr/>
        </p:nvSpPr>
        <p:spPr>
          <a:xfrm>
            <a:off x="7178040" y="589788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Administration</a:t>
            </a:r>
            <a:endParaRPr lang="en-US" sz="1600" dirty="0"/>
          </a:p>
        </p:txBody>
      </p:sp>
      <p:pic>
        <p:nvPicPr>
          <p:cNvPr id="59" name="Picture 58" descr="Best Private University in Telangana &amp; Andhra Pradesh | KLH Hyderabad">
            <a:extLst>
              <a:ext uri="{FF2B5EF4-FFF2-40B4-BE49-F238E27FC236}">
                <a16:creationId xmlns:a16="http://schemas.microsoft.com/office/drawing/2014/main" id="{AC3E9BB7-70A7-FDD4-5406-B37B272865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-524277"/>
            <a:ext cx="1902791" cy="14143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182880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7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Adopted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0" y="1280160"/>
            <a:ext cx="2194560" cy="1737360"/>
          </a:xfrm>
          <a:prstGeom prst="chevron">
            <a:avLst/>
          </a:prstGeom>
          <a:solidFill>
            <a:srgbClr val="D9E8F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6304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95125" y="1916789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5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Requirement Analysis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29184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needs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scope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508760" y="1280160"/>
            <a:ext cx="2267712" cy="1737360"/>
          </a:xfrm>
          <a:prstGeom prst="chevron">
            <a:avLst/>
          </a:prstGeom>
          <a:solidFill>
            <a:srgbClr val="DAF0D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192" y="146304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313432" y="19202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System Design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2039112" y="329184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design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3081125" y="1280160"/>
            <a:ext cx="2277259" cy="1737360"/>
          </a:xfrm>
          <a:prstGeom prst="chevron">
            <a:avLst/>
          </a:prstGeom>
          <a:solidFill>
            <a:srgbClr val="FFDCC2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1104" y="1463040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895344" y="19202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Database Design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3621024" y="329184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645152" y="1280160"/>
            <a:ext cx="2295144" cy="1737360"/>
          </a:xfrm>
          <a:prstGeom prst="chevron">
            <a:avLst/>
          </a:prstGeom>
          <a:solidFill>
            <a:srgbClr val="E6DAF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3016" y="1463040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477256" y="19202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A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Development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5202936" y="329184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development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6227064" y="1280160"/>
            <a:ext cx="2295144" cy="1737360"/>
          </a:xfrm>
          <a:prstGeom prst="chevron">
            <a:avLst/>
          </a:prstGeom>
          <a:solidFill>
            <a:srgbClr val="FBD3D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928" y="1463040"/>
            <a:ext cx="384048" cy="38404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059168" y="19202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AI Integration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6784848" y="329184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to study pathway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7808976" y="1280160"/>
            <a:ext cx="2295144" cy="1737360"/>
          </a:xfrm>
          <a:prstGeom prst="chevron">
            <a:avLst/>
          </a:prstGeom>
          <a:solidFill>
            <a:srgbClr val="D3E6F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840" y="1463040"/>
            <a:ext cx="384048" cy="38404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641080" y="19202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5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Testing &amp; Validation</a:t>
            </a:r>
            <a:endParaRPr lang="en-US" sz="1200" dirty="0"/>
          </a:p>
        </p:txBody>
      </p:sp>
      <p:sp>
        <p:nvSpPr>
          <p:cNvPr id="29" name="Text 20"/>
          <p:cNvSpPr txBox="1"/>
          <p:nvPr/>
        </p:nvSpPr>
        <p:spPr>
          <a:xfrm>
            <a:off x="8366760" y="329184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9390888" y="1280160"/>
            <a:ext cx="2295144" cy="1737360"/>
          </a:xfrm>
          <a:prstGeom prst="chevron">
            <a:avLst/>
          </a:prstGeom>
          <a:solidFill>
            <a:srgbClr val="D6EFD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88752" y="1463040"/>
            <a:ext cx="384048" cy="384048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0222992" y="19202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Deployment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9948672" y="329184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integration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documentation</a:t>
            </a:r>
            <a:endParaRPr lang="en-US" sz="1400" dirty="0"/>
          </a:p>
        </p:txBody>
      </p:sp>
      <p:pic>
        <p:nvPicPr>
          <p:cNvPr id="37" name="Picture 36" descr="Best Private University in Telangana &amp; Andhra Pradesh | KLH Hyderabad">
            <a:extLst>
              <a:ext uri="{FF2B5EF4-FFF2-40B4-BE49-F238E27FC236}">
                <a16:creationId xmlns:a16="http://schemas.microsoft.com/office/drawing/2014/main" id="{E2F3227A-632F-3CDE-CB64-386773108A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209" y="-443904"/>
            <a:ext cx="1628363" cy="12103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182880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7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Methodology – Syllabus to Study Pathway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2011680" cy="4023360"/>
          </a:xfrm>
          <a:prstGeom prst="roundRect">
            <a:avLst>
              <a:gd name="adj" fmla="val 6818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801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 Syllabus)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40280"/>
            <a:ext cx="640080" cy="6400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4360" y="31089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Image / Text Upload or Paste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487168" y="3200400"/>
            <a:ext cx="274320" cy="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2788920" y="1188720"/>
            <a:ext cx="2011680" cy="4023360"/>
          </a:xfrm>
          <a:prstGeom prst="roundRect">
            <a:avLst>
              <a:gd name="adj" fmla="val 6818"/>
            </a:avLst>
          </a:prstGeom>
          <a:solidFill>
            <a:srgbClr val="E3F3E3"/>
          </a:solidFill>
          <a:ln w="12700">
            <a:solidFill>
              <a:srgbClr val="94CC9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880360" y="12801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Syllabus Analysis</a:t>
            </a:r>
            <a:endParaRPr lang="en-US" sz="16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24028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971800" y="30632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topics/units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keywords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concepts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818888" y="3200400"/>
            <a:ext cx="274320" cy="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5120640" y="1188720"/>
            <a:ext cx="2011680" cy="4023360"/>
          </a:xfrm>
          <a:prstGeom prst="roundRect">
            <a:avLst>
              <a:gd name="adj" fmla="val 6818"/>
            </a:avLst>
          </a:prstGeom>
          <a:solidFill>
            <a:srgbClr val="FFF1DF"/>
          </a:solidFill>
          <a:ln w="12700">
            <a:solidFill>
              <a:srgbClr val="F2C58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212080" y="12801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Book Matching</a:t>
            </a:r>
            <a:endParaRPr lang="en-US" sz="16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2240280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03520" y="30632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with library book database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relevance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suitable books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7150608" y="3200400"/>
            <a:ext cx="274320" cy="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7452360" y="1188720"/>
            <a:ext cx="2011680" cy="4023360"/>
          </a:xfrm>
          <a:prstGeom prst="roundRect">
            <a:avLst>
              <a:gd name="adj" fmla="val 6818"/>
            </a:avLst>
          </a:prstGeom>
          <a:solidFill>
            <a:srgbClr val="EDE5F8"/>
          </a:solidFill>
          <a:ln w="12700">
            <a:solidFill>
              <a:srgbClr val="C4A9EA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543800" y="12801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Study Pathway Generation</a:t>
            </a:r>
            <a:endParaRPr lang="en-US" sz="16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2240280"/>
            <a:ext cx="640080" cy="64008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635240" y="30632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books by topics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weekly plan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learning order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9482328" y="3200400"/>
            <a:ext cx="274320" cy="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tailEnd type="triangle"/>
          </a:ln>
        </p:spPr>
      </p:sp>
      <p:sp>
        <p:nvSpPr>
          <p:cNvPr id="26" name="Shape 19"/>
          <p:cNvSpPr/>
          <p:nvPr/>
        </p:nvSpPr>
        <p:spPr>
          <a:xfrm>
            <a:off x="9784080" y="1188720"/>
            <a:ext cx="2011680" cy="4023360"/>
          </a:xfrm>
          <a:prstGeom prst="roundRect">
            <a:avLst>
              <a:gd name="adj" fmla="val 6818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9875520" y="12801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9880" y="2240280"/>
            <a:ext cx="640080" cy="64008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9875520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5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Study Pathway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9966960" y="37490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books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study plan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resources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457200" y="5486400"/>
            <a:ext cx="2639683" cy="731520"/>
          </a:xfrm>
          <a:prstGeom prst="roundRect">
            <a:avLst>
              <a:gd name="adj" fmla="val 37500"/>
            </a:avLst>
          </a:prstGeom>
          <a:solidFill>
            <a:srgbClr val="D6E6FA"/>
          </a:solidFill>
          <a:ln w="12700">
            <a:solidFill>
              <a:srgbClr val="B7D0F0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5623560"/>
            <a:ext cx="457200" cy="4572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463040" y="54864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5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Powered 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6766560" y="54864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B5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“From Syllabus to a Clear Study Learning”</a:t>
            </a:r>
            <a:endParaRPr lang="en-US" sz="1800" dirty="0"/>
          </a:p>
        </p:txBody>
      </p:sp>
      <p:pic>
        <p:nvPicPr>
          <p:cNvPr id="36" name="Picture 35" descr="Best Private University in Telangana &amp; Andhra Pradesh | KLH Hyderabad">
            <a:extLst>
              <a:ext uri="{FF2B5EF4-FFF2-40B4-BE49-F238E27FC236}">
                <a16:creationId xmlns:a16="http://schemas.microsoft.com/office/drawing/2014/main" id="{13E77EFA-854F-A072-4419-0A354FA7B3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0" y="-241984"/>
            <a:ext cx="1320458" cy="981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182880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7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Soundness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760720" cy="457200"/>
          </a:xfrm>
          <a:prstGeom prst="rect">
            <a:avLst/>
          </a:prstGeom>
          <a:solidFill>
            <a:srgbClr val="2B5FB5"/>
          </a:solidFill>
          <a:ln w="12700">
            <a:solidFill>
              <a:srgbClr val="2B5F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097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1371600" cy="777240"/>
          </a:xfrm>
          <a:prstGeom prst="rect">
            <a:avLst/>
          </a:prstGeom>
          <a:solidFill>
            <a:srgbClr val="2B5F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28800" y="1691640"/>
            <a:ext cx="4389120" cy="777240"/>
          </a:xfrm>
          <a:prstGeom prst="rect">
            <a:avLst/>
          </a:prstGeom>
          <a:solidFill>
            <a:srgbClr val="EEF3F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8745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51760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TypeScript, Vite, Tailwind CSS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1371600" cy="777240"/>
          </a:xfrm>
          <a:prstGeom prst="rect">
            <a:avLst/>
          </a:prstGeom>
          <a:solidFill>
            <a:srgbClr val="3E9A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7200" y="25603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828800" y="2560320"/>
            <a:ext cx="4389120" cy="777240"/>
          </a:xfrm>
          <a:prstGeom prst="rect">
            <a:avLst/>
          </a:prstGeom>
          <a:solidFill>
            <a:srgbClr val="EEF3F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27432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651760" y="25603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Express.js, TypeScript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57200" y="3429000"/>
            <a:ext cx="1371600" cy="777240"/>
          </a:xfrm>
          <a:prstGeom prst="rect">
            <a:avLst/>
          </a:prstGeom>
          <a:solidFill>
            <a:srgbClr val="F28C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57200" y="34290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1828800" y="3429000"/>
            <a:ext cx="4389120" cy="777240"/>
          </a:xfrm>
          <a:prstGeom prst="rect">
            <a:avLst/>
          </a:prstGeom>
          <a:solidFill>
            <a:srgbClr val="EEF3F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361188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651760" y="3429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457200" y="4297680"/>
            <a:ext cx="1371600" cy="777240"/>
          </a:xfrm>
          <a:prstGeom prst="rect">
            <a:avLst/>
          </a:prstGeom>
          <a:solidFill>
            <a:srgbClr val="8E5B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57200" y="42976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1828800" y="4297680"/>
            <a:ext cx="4389120" cy="777240"/>
          </a:xfrm>
          <a:prstGeom prst="rect">
            <a:avLst/>
          </a:prstGeom>
          <a:solidFill>
            <a:srgbClr val="EEF3F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1680" y="448056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651760" y="4297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Gemini API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6583680" y="1097280"/>
            <a:ext cx="5166360" cy="457200"/>
          </a:xfrm>
          <a:prstGeom prst="rect">
            <a:avLst/>
          </a:prstGeom>
          <a:solidFill>
            <a:srgbClr val="2B5FB5"/>
          </a:solidFill>
          <a:ln w="12700">
            <a:solidFill>
              <a:srgbClr val="2B5FB5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6720840" y="1097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700" dirty="0"/>
          </a:p>
        </p:txBody>
      </p:sp>
      <p:sp>
        <p:nvSpPr>
          <p:cNvPr id="35" name="Shape 27"/>
          <p:cNvSpPr/>
          <p:nvPr/>
        </p:nvSpPr>
        <p:spPr>
          <a:xfrm>
            <a:off x="6583680" y="2103120"/>
            <a:ext cx="1371600" cy="1234440"/>
          </a:xfrm>
          <a:prstGeom prst="roundRect">
            <a:avLst>
              <a:gd name="adj" fmla="val 7407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8312" y="2212848"/>
            <a:ext cx="402336" cy="40233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58368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 / Admin)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8321040" y="210312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1392" y="2212848"/>
            <a:ext cx="402336" cy="402336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321040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Browser)</a:t>
            </a:r>
            <a:endParaRPr lang="en-US" sz="1400" dirty="0"/>
          </a:p>
        </p:txBody>
      </p:sp>
      <p:sp>
        <p:nvSpPr>
          <p:cNvPr id="41" name="Shape 31"/>
          <p:cNvSpPr/>
          <p:nvPr/>
        </p:nvSpPr>
        <p:spPr>
          <a:xfrm>
            <a:off x="10149840" y="210312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E3F3E3"/>
          </a:solidFill>
          <a:ln w="12700">
            <a:solidFill>
              <a:srgbClr val="94CC94"/>
            </a:solidFill>
            <a:prstDash val="solid"/>
          </a:ln>
        </p:spPr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48772" y="2212848"/>
            <a:ext cx="402336" cy="402336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014984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(Node.js + Express)</a:t>
            </a:r>
            <a:endParaRPr lang="en-US" sz="1400" dirty="0"/>
          </a:p>
        </p:txBody>
      </p:sp>
      <p:sp>
        <p:nvSpPr>
          <p:cNvPr id="44" name="Shape 33"/>
          <p:cNvSpPr/>
          <p:nvPr/>
        </p:nvSpPr>
        <p:spPr>
          <a:xfrm>
            <a:off x="7955280" y="2715768"/>
            <a:ext cx="365760" cy="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tailEnd type="triangle"/>
          </a:ln>
        </p:spPr>
      </p:sp>
      <p:sp>
        <p:nvSpPr>
          <p:cNvPr id="45" name="Shape 34"/>
          <p:cNvSpPr/>
          <p:nvPr/>
        </p:nvSpPr>
        <p:spPr>
          <a:xfrm>
            <a:off x="9784080" y="2715768"/>
            <a:ext cx="365760" cy="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tailEnd type="triangle"/>
          </a:ln>
        </p:spPr>
      </p:sp>
      <p:sp>
        <p:nvSpPr>
          <p:cNvPr id="46" name="Shape 35"/>
          <p:cNvSpPr/>
          <p:nvPr/>
        </p:nvSpPr>
        <p:spPr>
          <a:xfrm>
            <a:off x="10945368" y="3337560"/>
            <a:ext cx="0" cy="128016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tailEnd type="triangle"/>
          </a:ln>
        </p:spPr>
      </p:sp>
      <p:sp>
        <p:nvSpPr>
          <p:cNvPr id="47" name="Shape 36"/>
          <p:cNvSpPr/>
          <p:nvPr/>
        </p:nvSpPr>
        <p:spPr>
          <a:xfrm>
            <a:off x="9692640" y="4617720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20172" y="4727448"/>
            <a:ext cx="402336" cy="402336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9692640" y="5166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0" name="Shape 38"/>
          <p:cNvSpPr/>
          <p:nvPr/>
        </p:nvSpPr>
        <p:spPr>
          <a:xfrm>
            <a:off x="6858000" y="461772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</p:sp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08392" y="4727448"/>
            <a:ext cx="402336" cy="402336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6858000" y="5166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3" name="Shape 40"/>
          <p:cNvSpPr/>
          <p:nvPr/>
        </p:nvSpPr>
        <p:spPr>
          <a:xfrm>
            <a:off x="8961120" y="5230368"/>
            <a:ext cx="731520" cy="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headEnd type="triangle"/>
            <a:tailEnd type="triangle"/>
          </a:ln>
        </p:spPr>
      </p:sp>
      <p:pic>
        <p:nvPicPr>
          <p:cNvPr id="55" name="Picture 54" descr="Best Private University in Telangana &amp; Andhra Pradesh | KLH Hyderabad">
            <a:extLst>
              <a:ext uri="{FF2B5EF4-FFF2-40B4-BE49-F238E27FC236}">
                <a16:creationId xmlns:a16="http://schemas.microsoft.com/office/drawing/2014/main" id="{AE578F58-852C-6C68-D3D8-860BD1D67F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-457705"/>
            <a:ext cx="1722983" cy="12806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182880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7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Outcome &amp; Conclusion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3657600" cy="5349240"/>
          </a:xfrm>
          <a:prstGeom prst="roundRect">
            <a:avLst>
              <a:gd name="adj" fmla="val 3750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80160"/>
            <a:ext cx="411480" cy="411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5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965960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Testing – interface functionality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– backend endpoints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Testing – CRUD operations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Testing – user access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Testing – syllabus to study pathway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 – module interaction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 – end-to-end workflows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251960" y="1097280"/>
            <a:ext cx="3657600" cy="5349240"/>
          </a:xfrm>
          <a:prstGeom prst="roundRect">
            <a:avLst>
              <a:gd name="adj" fmla="val 3750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28016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02920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5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4480560" y="1965960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discovery of relevant books.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study pathways for students.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library management for admins.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utilization of library resources.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academic assistance.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work and improved accuracy.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8046720" y="1097280"/>
            <a:ext cx="3657600" cy="5349240"/>
          </a:xfrm>
          <a:prstGeom prst="roundRect">
            <a:avLst>
              <a:gd name="adj" fmla="val 3750"/>
            </a:avLst>
          </a:prstGeom>
          <a:solidFill>
            <a:srgbClr val="E3F3E3"/>
          </a:solidFill>
          <a:ln w="12700">
            <a:solidFill>
              <a:srgbClr val="94CC94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28016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2396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3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17" name="Text 11"/>
          <p:cNvSpPr txBox="1"/>
          <p:nvPr/>
        </p:nvSpPr>
        <p:spPr>
          <a:xfrm>
            <a:off x="8275320" y="1965960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8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Smart Library Assistant &amp; Management System transforms a traditional library into an intelligent, student-centric platform by combining library management with AI-powered syllabus to study pathway recommendations.</a:t>
            </a:r>
            <a:endParaRPr lang="en-US" sz="1400" dirty="0"/>
          </a:p>
          <a:p>
            <a:pPr marL="0" indent="0">
              <a:buNone/>
            </a:pPr>
            <a:r>
              <a:rPr lang="en-US" sz="1800" b="1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“Smarter Library, Brighter Learning”</a:t>
            </a:r>
            <a:endParaRPr lang="en-US" sz="1400" dirty="0"/>
          </a:p>
        </p:txBody>
      </p:sp>
      <p:pic>
        <p:nvPicPr>
          <p:cNvPr id="19" name="Picture 18" descr="Best Private University in Telangana &amp; Andhra Pradesh | KLH Hyderabad">
            <a:extLst>
              <a:ext uri="{FF2B5EF4-FFF2-40B4-BE49-F238E27FC236}">
                <a16:creationId xmlns:a16="http://schemas.microsoft.com/office/drawing/2014/main" id="{61CF8B20-CEAC-3E74-1631-18E6F109EA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362754"/>
            <a:ext cx="1595237" cy="11857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600</Words>
  <Application>Microsoft Office PowerPoint</Application>
  <PresentationFormat>Widescreen</PresentationFormat>
  <Paragraphs>164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Nagaraju Mudhiraj</cp:lastModifiedBy>
  <cp:revision>3</cp:revision>
  <dcterms:created xsi:type="dcterms:W3CDTF">2026-09-21T12:26:08Z</dcterms:created>
  <dcterms:modified xsi:type="dcterms:W3CDTF">2026-09-21T12:38:41Z</dcterms:modified>
</cp:coreProperties>
</file>